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![bg right:40% fit](placeholder_pipeline_diagram.png)
Placeholder: Replace with a pipeline diagram if available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Placeholder: Insert results/plots/convergence.png
**[INSERT FIGURE: convergence.png]**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Placeholder: Insert results/plots/classification_accuracy.png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Placeholder: Insert results/plots/cross_language_consistency.png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Placeholder: Insert results/plots/accuracy_curves.png (factual panel)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Placeholder: Insert a bar chart or highlight table showing the asymmetry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Placeholder: Insert results/plots/accuracy_curves.png (relational panel)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Placeholder: Insert results/plots/accuracy_curves.png (pattern panel)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Placeholder: Insert results/plots/colormap_factual_inference_0.png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Placeholder: Insert results/plots/mean_projection_profile.png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Placeholder: Insert a colormap showing BOS dominance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English Interlingua Causal Ablation</dc:title>
  <dc:subject>PptxGenJS Presentation</dc:subject>
  <dc:creator>Created by Marp</dc:creator>
  <cp:lastModifiedBy>Created by Marp</cp:lastModifiedBy>
  <cp:revision>1</cp:revision>
  <dcterms:created xsi:type="dcterms:W3CDTF">2026-04-21T20:11:11Z</dcterms:created>
  <dcterms:modified xsi:type="dcterms:W3CDTF">2026-04-21T20:11:11Z</dcterms:modified>
</cp:coreProperties>
</file>